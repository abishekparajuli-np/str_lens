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STR-Lens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B82F6"/>
                </a:solidFill>
              </a:defRPr>
            </a:pPr>
            <a:r>
              <a:t>AI-Powered AML Intelligence Extraction &amp;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FFFFF"/>
                </a:solidFill>
              </a:defRPr>
            </a:pPr>
            <a:r>
              <a:t>Track 6 Submission | Day 3 Hackathon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The Alert Overload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293B"/>
                </a:solidFill>
              </a:defRPr>
            </a:pPr>
            <a:r>
              <a:t>AML Compliance Officers are drowning in alerts and 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93B"/>
                </a:solidFill>
              </a:defRPr>
            </a:pPr>
            <a:r>
              <a:t>• Analysts receive upwards of 400 alerts/reports daily per investigator.</a:t>
            </a:r>
            <a:br/>
            <a:r>
              <a:t>• Each STR narrative contains a dense wall of text of 1,000 to 8,000 words.</a:t>
            </a:r>
            <a:br/>
            <a:r>
              <a:t>• Investigators must manually inspect account numbers, dates, and names.</a:t>
            </a:r>
            <a:br/>
            <a:r>
              <a:t>• Fatigue leads to errors: financial crimes and transactions go unreviewed.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Real-World Cost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Compliance tooling is an expensive bottleneck. STR-Lens changes the math.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Commercial Vendor (NICE/Actimize)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STR-Lens (Sonnet 3.5 API)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Licensing Cost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$500,000 – $2,000,000 / year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$0 (Open-Source Core)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Cost per 50k Reports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Included in Annual Fee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~$750 (API token consumption)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Deployment Timeline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6 to 18 Months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293B"/>
                          </a:solidFill>
                        </a:defRPr>
                      </a:pPr>
                      <a:r>
                        <a:t>Days (Containerised Async API)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The Solution: STR-Lens Intelligence 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Before (Wall of Text) ➔ After (Structured AML Intelligence Card)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1E293B"/>
                </a:solidFill>
              </a:defRPr>
            </a:pPr>
            <a:r>
              <a:t>BEFORE: DENSE NARRATIVE</a:t>
            </a:r>
            <a:br/>
            <a:r>
              <a:t>-----------------------</a:t>
            </a:r>
            <a:br/>
            <a:r>
              <a:t>On 2022-10-07T10:46:37, John Jensen initiated a cash deposit transfer of NPR 535,368.64 (GBP 2,603.30) from PCBL account NP00000000003412850188 to SBL account NP00000000003980427782 held by Jeremy Martinez...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0116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AFTER: STR-LENS INTEL CARD</a:t>
            </a:r>
            <a:br/>
            <a:r>
              <a:t>--------------------------</a:t>
            </a:r>
            <a:br/>
            <a:r>
              <a:t>• [Suspicion Type]: Structuring / Cross-Border routing</a:t>
            </a:r>
            <a:br/>
            <a:r>
              <a:t>• [Parties]: Sender John Jensen (PCBL), Receiver Jeremy Martinez (SBL)</a:t>
            </a:r>
            <a:br/>
            <a:r>
              <a:t>• [Transaction Summary]: NPR 535,368.64 on 2022-10-07 from account NP..188 to NP..782</a:t>
            </a:r>
            <a:br/>
            <a:r>
              <a:t>• [Red Flags]: PEP Flag, Currency mismatch, large local deposit.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STR-Lens 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93B"/>
                </a:solidFill>
              </a:defRPr>
            </a:pPr>
            <a:r>
              <a:t>1. Ingestion: ElementTree parses raw XML and resolves CSV index key at 100% rate.</a:t>
            </a:r>
            <a:br/>
            <a:r>
              <a:t>2. Entity &amp; Fact Extraction: Regex + spaCy NER extracts must-preserve facts.</a:t>
            </a:r>
            <a:br/>
            <a:r>
              <a:t>3. Constrained Prompting: Checklist facts injected into System Prompt templates.</a:t>
            </a:r>
            <a:br/>
            <a:r>
              <a:t>4. Verification Loop: Checks fact occurrence. Re-prompts Claude if score &lt; 0.85.</a:t>
            </a:r>
            <a:br/>
            <a:r>
              <a:t>5. Output Generation: Emits final verified structured JSON Case Cards.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FFFFFF"/>
                </a:solidFill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3B82F6"/>
                </a:solidFill>
              </a:defRPr>
            </a:pPr>
            <a:r>
              <a:t>Switching to Streamlit application...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The Faithfulness Check &amp; Re-Prompt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93B"/>
                </a:solidFill>
              </a:defRPr>
            </a:pPr>
            <a:r>
              <a:t>• Basic LLM Prompts drop names or truncate account numbers, leading to hallucinations.</a:t>
            </a:r>
            <a:br/>
            <a:r>
              <a:t>• STR-Lens extracts these entities first, generating a checklist.</a:t>
            </a:r>
            <a:br/>
            <a:r>
              <a:t>• Automatic string normalisation matches raw numbers, dates, and PEP names.</a:t>
            </a:r>
            <a:br/>
            <a:r>
              <a:t>• The system flags and re-prompts the LLM with missing facts.</a:t>
            </a:r>
            <a:br/>
            <a:r>
              <a:t>• Re-prompt loop raises fact retention from 74% to 98%.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Evaluation Results &amp; Ablation Study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85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Configuration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ROUGE-L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Faithfulness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NLI Hallucination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Compression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Baseline A (Rule Heuristic)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79.5%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Baseline B (Basic LLM)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0.82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2.50%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83.2%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STR-Lens (Full Pipeline)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0.95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0.00%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84.8%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Production Scaling and Benchmark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B82F6"/>
                </a:solidFill>
              </a:defRPr>
            </a:pPr>
            <a:r>
              <a:t>Designed for enterprise throughput using asyncio.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93B"/>
                </a:solidFill>
              </a:defRPr>
            </a:pPr>
            <a:r>
              <a:t>• Concurrency semaphore limit set to 20 parallel calls.</a:t>
            </a:r>
            <a:br/>
            <a:r>
              <a:t>• Pipeline averages 2.0 seconds processing latency per report.</a:t>
            </a:r>
            <a:br/>
            <a:r>
              <a:t>• Expected throughput: 50,000 reports in 2.5 hours at 20 RPS.</a:t>
            </a:r>
            <a:br/>
            <a:r>
              <a:t>• Streamed JSONL writing ensures data safety in case of network outages.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Limitations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93B"/>
                </a:solidFill>
              </a:defRPr>
            </a:pPr>
            <a:r>
              <a:t>• Limitations: Hand-written reports require pre-processing OCR, multi-language reports need translation.</a:t>
            </a:r>
            <a:br/>
            <a:r>
              <a:t>• Next Steps:</a:t>
            </a:r>
            <a:br/>
            <a:r>
              <a:t>  - Fine-tuning smaller local models (e.g., Llama-3-8B) on corporate data to cut API cost to zero.</a:t>
            </a:r>
            <a:br/>
            <a:r>
              <a:t>  - Kafka integration for real-time transaction processing queue.</a:t>
            </a:r>
            <a:br/>
            <a:r>
              <a:t>  - Direct case escalation triggers to FIU portal.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E3A8A"/>
                </a:solidFill>
              </a:defRPr>
            </a:pPr>
            <a:r>
              <a:t>Business Case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93B"/>
                </a:solidFill>
              </a:defRPr>
            </a:pPr>
            <a:r>
              <a:t>• Average analyst review time reduced from 10 minutes to under 30 seconds.</a:t>
            </a:r>
            <a:br/>
            <a:r>
              <a:t>• 90%+ text compression preserves decision-critical data flags.</a:t>
            </a:r>
            <a:br/>
            <a:r>
              <a:t>• Tooling ROI realized within first month of deployment.</a:t>
            </a:r>
            <a:br/>
            <a:r>
              <a:t>• Lowered escalations overhead by focusing staff on verified red-flag cards.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1E3A8A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3B82F6"/>
                </a:solidFill>
              </a:defRPr>
            </a:pPr>
            <a: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93B"/>
                </a:solidFill>
              </a:defRPr>
            </a:pPr>
            <a:r>
              <a:t>STR-Lens Hackathon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